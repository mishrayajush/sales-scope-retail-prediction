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a710995e5745a1" /><Relationship Type="http://schemas.openxmlformats.org/officeDocument/2006/relationships/extended-properties" Target="/docProps/app.xml" Id="R0620c5098da3481c" /><Relationship Type="http://schemas.openxmlformats.org/officeDocument/2006/relationships/officeDocument" Target="/ppt/presentation.xml" Id="Re3aa858060f440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56a13f39f946f0"/>
  </p:sldMasterIdLst>
  <p:notesMasterIdLst>
    <p:notesMasterId xmlns:r="http://schemas.openxmlformats.org/officeDocument/2006/relationships" r:id="R2c5eb7e9961e4c2e"/>
  </p:notesMasterIdLst>
  <p:sldIdLst>
    <p:sldId xmlns:r="http://schemas.openxmlformats.org/officeDocument/2006/relationships" id="256" r:id="Refef23c647a04866"/>
    <p:sldId xmlns:r="http://schemas.openxmlformats.org/officeDocument/2006/relationships" id="257" r:id="Re14a715f5a1f49a5"/>
    <p:sldId xmlns:r="http://schemas.openxmlformats.org/officeDocument/2006/relationships" id="258" r:id="R571596af9cc34673"/>
    <p:sldId xmlns:r="http://schemas.openxmlformats.org/officeDocument/2006/relationships" id="259" r:id="R60abd6ab4373449e"/>
    <p:sldId xmlns:r="http://schemas.openxmlformats.org/officeDocument/2006/relationships" id="260" r:id="Rf7e4926c1f5c47d6"/>
    <p:sldId xmlns:r="http://schemas.openxmlformats.org/officeDocument/2006/relationships" id="261" r:id="R216e9b2960bd48d7"/>
    <p:sldId xmlns:r="http://schemas.openxmlformats.org/officeDocument/2006/relationships" id="262" r:id="R2480b748a9af4e65"/>
    <p:sldId xmlns:r="http://schemas.openxmlformats.org/officeDocument/2006/relationships" id="263" r:id="R7573daeb89f947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3de3c260e84eb7" /><Relationship Type="http://schemas.openxmlformats.org/officeDocument/2006/relationships/slideMaster" Target="/ppt/slideMasters/slideMaster1.xml" Id="R0556a13f39f946f0" /><Relationship Type="http://schemas.openxmlformats.org/officeDocument/2006/relationships/notesMaster" Target="/ppt/notesMasters/notesMaster1.xml" Id="R2c5eb7e9961e4c2e" /><Relationship Type="http://schemas.openxmlformats.org/officeDocument/2006/relationships/presProps" Target="/ppt/presProps.xml" Id="R78eab506d84a4dbb" /><Relationship Type="http://schemas.openxmlformats.org/officeDocument/2006/relationships/tableStyles" Target="/ppt/tableStyles.xml" Id="R22b2473500b04450" /><Relationship Type="http://schemas.openxmlformats.org/officeDocument/2006/relationships/slide" Target="/ppt/slides/slide1.xml" Id="Refef23c647a04866" /><Relationship Type="http://schemas.openxmlformats.org/officeDocument/2006/relationships/slide" Target="/ppt/slides/slide2.xml" Id="Re14a715f5a1f49a5" /><Relationship Type="http://schemas.openxmlformats.org/officeDocument/2006/relationships/slide" Target="/ppt/slides/slide3.xml" Id="R571596af9cc34673" /><Relationship Type="http://schemas.openxmlformats.org/officeDocument/2006/relationships/slide" Target="/ppt/slides/slide4.xml" Id="R60abd6ab4373449e" /><Relationship Type="http://schemas.openxmlformats.org/officeDocument/2006/relationships/slide" Target="/ppt/slides/slide5.xml" Id="Rf7e4926c1f5c47d6" /><Relationship Type="http://schemas.openxmlformats.org/officeDocument/2006/relationships/slide" Target="/ppt/slides/slide6.xml" Id="R216e9b2960bd48d7" /><Relationship Type="http://schemas.openxmlformats.org/officeDocument/2006/relationships/slide" Target="/ppt/slides/slide7.xml" Id="R2480b748a9af4e65" /><Relationship Type="http://schemas.openxmlformats.org/officeDocument/2006/relationships/slide" Target="/ppt/slides/slide8.xml" Id="R7573daeb89f947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03c2ed154d40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0fe58fd1c7435b" /><Relationship Type="http://schemas.openxmlformats.org/officeDocument/2006/relationships/notesMaster" Target="/ppt/notesMasters/notesMaster1.xml" Id="R2a8ec2b9f8ba44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a268e7b0c94c05" /><Relationship Type="http://schemas.openxmlformats.org/officeDocument/2006/relationships/notesMaster" Target="/ppt/notesMasters/notesMaster1.xml" Id="R86ce4015343e4e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41f85bc2d44613" /><Relationship Type="http://schemas.openxmlformats.org/officeDocument/2006/relationships/notesMaster" Target="/ppt/notesMasters/notesMaster1.xml" Id="R7ff2fcd5a92a4e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1fe80358ae4a76" /><Relationship Type="http://schemas.openxmlformats.org/officeDocument/2006/relationships/notesMaster" Target="/ppt/notesMasters/notesMaster1.xml" Id="R681f031f369244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4d4826b40d4292" /><Relationship Type="http://schemas.openxmlformats.org/officeDocument/2006/relationships/notesMaster" Target="/ppt/notesMasters/notesMaster1.xml" Id="R15d3da9189fd46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6810e4f2a74bbf" /><Relationship Type="http://schemas.openxmlformats.org/officeDocument/2006/relationships/notesMaster" Target="/ppt/notesMasters/notesMaster1.xml" Id="R2a6f42aeb94144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31625043ff4996" /><Relationship Type="http://schemas.openxmlformats.org/officeDocument/2006/relationships/notesMaster" Target="/ppt/notesMasters/notesMaster1.xml" Id="Rf296a7b6023c4f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cee19876b14442" /><Relationship Type="http://schemas.openxmlformats.org/officeDocument/2006/relationships/notesMaster" Target="/ppt/notesMasters/notesMaster1.xml" Id="Rd30e2b98a78242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https://www.kaggle.com/c/rossmann-store-sales/data ; https://scikit-learn.org/stable/modules/generated/sklearn.linear_model.Ridge.html ; https://docs.streamlit.io/deploy/streamlit-community-cloud/deploy-your-app . Real-data analysis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https://www.kaggle.com/c/rossmann-store-sales/data ; https://scikit-learn.org/stable/modules/generated/sklearn.linear_model.Ridge.html ; https://docs.streamlit.io/deploy/streamlit-community-cloud/deploy-your-app . Real-data analysis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https://www.kaggle.com/c/rossmann-store-sales/data ; https://scikit-learn.org/stable/modules/generated/sklearn.linear_model.Ridge.html ; https://docs.streamlit.io/deploy/streamlit-community-cloud/deploy-your-app . Real-data analysis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https://www.kaggle.com/c/rossmann-store-sales/data ; https://scikit-learn.org/stable/modules/generated/sklearn.linear_model.Ridge.html ; https://docs.streamlit.io/deploy/streamlit-community-cloud/deploy-your-app . Real-data analysis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https://www.kaggle.com/c/rossmann-store-sales/data ; https://scikit-learn.org/stable/modules/generated/sklearn.linear_model.Ridge.html ; https://docs.streamlit.io/deploy/streamlit-community-cloud/deploy-your-app . Real-data analysis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https://www.kaggle.com/c/rossmann-store-sales/data ; https://scikit-learn.org/stable/modules/generated/sklearn.linear_model.Ridge.html ; https://docs.streamlit.io/deploy/streamlit-community-cloud/deploy-your-app . Real-data analysis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https://www.kaggle.com/c/rossmann-store-sales/data ; https://scikit-learn.org/stable/modules/generated/sklearn.linear_model.Ridge.html ; https://docs.streamlit.io/deploy/streamlit-community-cloud/deploy-your-app . Real-data analysis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https://www.kaggle.com/c/rossmann-store-sales/data ; https://scikit-learn.org/stable/modules/generated/sklearn.linear_model.Ridge.html ; https://docs.streamlit.io/deploy/streamlit-community-cloud/deploy-your-app . Real-data analysis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b6ec9e6e740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cde76324f4f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ec690cd4144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345f20a794d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15e8e08fe44d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c056f548149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566358-FD3B-4DB2-BA29-00DB999445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A13A4B-6DBB-452B-8246-FA0B643454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40FE73-7CCB-44E8-B28E-077564B8CF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DC63D2-8F13-403F-B406-A3E1845A3F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2E86DE-9C0E-4909-93C1-4C1890DA7B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CAA6E2-CD21-4806-B73B-3AF62509F0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56D76F-36DE-451E-96B7-335DA470F9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9202D0-43F0-48E4-BCDD-201429B3C0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5F01A9-4E02-4FDB-B066-C6BE16943E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4B99CB-DBAB-4B2C-944C-81F13D05F7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b407f4b5a640c6" /><Relationship Type="http://schemas.openxmlformats.org/officeDocument/2006/relationships/slideLayout" Target="/ppt/slideLayouts/slideLayout1.xml" Id="Rd233de4343714ee8" /><Relationship Type="http://schemas.openxmlformats.org/officeDocument/2006/relationships/slideLayout" Target="/ppt/slideLayouts/slideLayout2.xml" Id="Rfc14e91a7ea44d19" /><Relationship Type="http://schemas.openxmlformats.org/officeDocument/2006/relationships/slideLayout" Target="/ppt/slideLayouts/slideLayout3.xml" Id="R470cb9f0877c402c" /><Relationship Type="http://schemas.openxmlformats.org/officeDocument/2006/relationships/slideLayout" Target="/ppt/slideLayouts/slideLayout4.xml" Id="Rb000f300b2734c87" /><Relationship Type="http://schemas.openxmlformats.org/officeDocument/2006/relationships/slideLayout" Target="/ppt/slideLayouts/slideLayout5.xml" Id="R1144d67fa73a413e" /><Relationship Type="http://schemas.openxmlformats.org/officeDocument/2006/relationships/slideLayout" Target="/ppt/slideLayouts/slideLayout6.xml" Id="R52fd2732b0af47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33de4343714ee8"/>
    <p:sldLayoutId xmlns:r="http://schemas.openxmlformats.org/officeDocument/2006/relationships" id="2147483650" r:id="Rfc14e91a7ea44d19"/>
    <p:sldLayoutId xmlns:r="http://schemas.openxmlformats.org/officeDocument/2006/relationships" id="2147483651" r:id="R470cb9f0877c402c"/>
    <p:sldLayoutId xmlns:r="http://schemas.openxmlformats.org/officeDocument/2006/relationships" id="2147483652" r:id="Rb000f300b2734c87"/>
    <p:sldLayoutId xmlns:r="http://schemas.openxmlformats.org/officeDocument/2006/relationships" id="2147483653" r:id="R1144d67fa73a413e"/>
    <p:sldLayoutId xmlns:r="http://schemas.openxmlformats.org/officeDocument/2006/relationships" id="2147483654" r:id="R52fd2732b0af47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ed4aacc624224" /><Relationship Type="http://schemas.openxmlformats.org/officeDocument/2006/relationships/notesSlide" Target="/ppt/notesSlides/notesSlide1.xml" Id="R203b5bd17d5041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aff7ffdfe4629" /><Relationship Type="http://schemas.openxmlformats.org/officeDocument/2006/relationships/notesSlide" Target="/ppt/notesSlides/notesSlide2.xml" Id="Rdd951cfcef4d45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c2564923a4069" /><Relationship Type="http://schemas.openxmlformats.org/officeDocument/2006/relationships/notesSlide" Target="/ppt/notesSlides/notesSlide3.xml" Id="R1f2edc107e5b47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5687305834082" /><Relationship Type="http://schemas.openxmlformats.org/officeDocument/2006/relationships/notesSlide" Target="/ppt/notesSlides/notesSlide4.xml" Id="R930d6a048be549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474f4525c45c9" /><Relationship Type="http://schemas.openxmlformats.org/officeDocument/2006/relationships/notesSlide" Target="/ppt/notesSlides/notesSlide5.xml" Id="Rbc9dced1936f49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a39c361b54008" /><Relationship Type="http://schemas.openxmlformats.org/officeDocument/2006/relationships/notesSlide" Target="/ppt/notesSlides/notesSlide6.xml" Id="Rc74c0507658a46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608a902af44452" /><Relationship Type="http://schemas.openxmlformats.org/officeDocument/2006/relationships/notesSlide" Target="/ppt/notesSlides/notesSlide7.xml" Id="R991e2069887445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d79f9e38b4beb" /><Relationship Type="http://schemas.openxmlformats.org/officeDocument/2006/relationships/notesSlide" Target="/ppt/notesSlides/notesSlide8.xml" Id="R5c7a42e6c7164c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11D60-3C27-421B-B27B-5720A057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F4F"/>
                </a:solidFill>
                <a:latin typeface="Arial"/>
                <a:ea typeface="Arial"/>
                <a:cs typeface="Arial"/>
              </a:rPr>
              <a:t>Retail Sales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0EF0F-C05F-4DBF-BDDC-62DF8A12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Capstone Project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A343A-F8E2-4836-89B1-77E6AC2D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Daily store sales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AD326-DB7E-4839-8B91-DD783194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DRAFT: data and measured results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CEDC3-E865-4A8A-A520-867D9BCD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2036199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F77B9-E211-4362-93D2-B90D4B72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4F"/>
                </a:solidFill>
                <a:latin typeface="Arial"/>
                <a:ea typeface="Arial"/>
                <a:cs typeface="Arial"/>
              </a:rPr>
              <a:t>Problem and practical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99F20-29F6-40BD-B114-0D7ED6B8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Predict one known store’s daily sales from information available before the day.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9C577-C79F-4C31-8654-15780856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Use estimates to support inventory and staffing discussions.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193EB-6522-43B6-9ACF-56A894DE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Target: continuous, nonnegative sales in dataset units.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F6528-7758-4658-B7C9-78717EF9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343307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313B7-45E1-440A-9442-C37A93D6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4F"/>
                </a:solidFill>
                <a:latin typeface="Arial"/>
                <a:ea typeface="Arial"/>
                <a:cs typeface="Arial"/>
              </a:rPr>
              <a:t>Rossmann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163FF-B392-4383-8926-C8488B63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Use train.csv and store.csv from the Kaggle competition.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2B5EE-6354-4723-9378-FA90C2BF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Calendar, store, promotion and holiday features inform predictions.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4AF58-8562-43BD-887C-0BB05850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Exclude same-day Customers to avoid unavailable future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BDAB2-8891-4472-9784-DAB0752C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17494264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F845F-CE6E-49B8-9A16-993CAAED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4F"/>
                </a:solidFill>
                <a:latin typeface="Arial"/>
                <a:ea typeface="Arial"/>
                <a:cs typeface="Arial"/>
              </a:rPr>
              <a:t>Data preparation and EDA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1DEF4-F6D0-4974-9306-9D91EBC8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Validate store/date keys, labels, schedules and metadata joins.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E2A48-C24B-45EB-BBCA-47B2B99D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Fit numeric imputation and encoding on training observations.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79DBB-1AD3-45C9-9A42-A1FDD667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Review training-period trend, weekday, promotion and store-type charts.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05172-FF25-460D-80F8-56B98E1F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Promotion comparisons show associations. They do not establish causality.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D6BFA-3F15-4211-9F5F-409CA033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789303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D9511-FCC5-4BE8-834E-4CD7B63B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4F"/>
                </a:solidFill>
                <a:latin typeface="Arial"/>
                <a:ea typeface="Arial"/>
                <a:cs typeface="Arial"/>
              </a:rPr>
              <a:t>Models and time separation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6BC9F-6746-4B51-BA0E-0C297654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Compare Ridge regression and Random Forest with store/weekday mean sales.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59306-A874-4307-90AE-1A3B1E62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Reserve the last 42 days for test and the previous 42 for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7BFFC-8300-47C8-9568-E8BE8136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Select by validation MAE, refit on train plus validation, then score test once.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32131-27D3-4233-A211-62760596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Train on open days and return zero for planned closures.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0C5AF-AB7F-4EDD-A1E9-7F97C3DA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9909469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0D83A-F92A-454A-845B-24B881C2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4F"/>
                </a:solidFill>
                <a:latin typeface="Arial"/>
                <a:ea typeface="Arial"/>
                <a:cs typeface="Arial"/>
              </a:rPr>
              <a:t>Evaluation and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36247-5F14-4E81-89CE-7CD2783C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Real-data training and test evaluation remain pending.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066F4-6059-41E0-9AB3-5F87D324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Report MAE, RMSE and R² for all days and open days.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9E2D0-6E73-4207-AB36-23A9E814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Compare validation results with the baseline before selecting a method.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A2DCB-4886-493B-AD4F-CB83730D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Synthetic software tests do not establish forecasting accuracy.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2AB1C-84FF-4B15-826A-12D283CF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13122796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81E8A-B86D-4B3E-BDF6-E5075538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4F"/>
                </a:solidFill>
                <a:latin typeface="Arial"/>
                <a:ea typeface="Arial"/>
                <a:cs typeface="Arial"/>
              </a:rPr>
              <a:t>Streamlit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905C2-6CF7-4C82-A591-AF7FB10E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Inputs: known store, future date, opening plan, promotion and holidays.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67D2D-8BAE-4906-B5E6-23ECB32E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The app reuses the saved preprocessing and prediction method.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9D003-2804-4570-85B1-DA12007C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Reject unknown stores and invalid inputs. Warn beyond the tested horizon.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82ECF-F984-457E-82BD-D3345F87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Public deployment pending authenticated GitHub and Streamlit setup.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7D8B5-9F47-4C3B-9B17-F82BEA2F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2185540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E8045-F4F6-4129-ACC5-69E90CA2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F4F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D9523-CF80-482E-B544-5E495D68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Historical store patterns may drift. Distant forecasts remain unverified.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C4674-0F1F-456F-9495-79065119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One time holdout provides limited evidence across forecast origins.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76F28-D7A3-405F-B5FD-F9C65C90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Compare rolling-origin validation, safely shifted lags and boosted trees.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485E9-41FE-40FA-9DFA-45E6AA26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7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846"/>
                </a:solidFill>
                <a:latin typeface="Arial"/>
                <a:ea typeface="Arial"/>
                <a:cs typeface="Arial"/>
              </a:rPr>
              <a:t>Complete the measured findings and verified app URL before submission.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1A6C3-18F1-414E-8EC5-56308158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361955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2026-10-16T04:50:55.4350000Z</dcterms:created>
  <dcterms:modified xsi:type="dcterms:W3CDTF">2026-10-16T04:50:55.4350000Z</dcterms:modified>
</coreProperties>
</file>